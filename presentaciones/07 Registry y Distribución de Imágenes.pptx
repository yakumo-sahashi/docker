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9" r:id="rId2"/>
    <p:sldId id="259" r:id="rId3"/>
    <p:sldId id="261" r:id="rId4"/>
    <p:sldId id="299" r:id="rId5"/>
    <p:sldId id="263" r:id="rId6"/>
    <p:sldId id="291" r:id="rId7"/>
    <p:sldId id="29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Document.docx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D60EF-0DBA-49EB-92F6-455C4FEA4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964" y="1346200"/>
            <a:ext cx="8485095" cy="1855695"/>
          </a:xfrm>
        </p:spPr>
        <p:txBody>
          <a:bodyPr>
            <a:normAutofit/>
          </a:bodyPr>
          <a:lstStyle/>
          <a:p>
            <a:r>
              <a:rPr lang="es-ES" sz="5400" b="1" dirty="0" err="1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Registry</a:t>
            </a:r>
            <a:r>
              <a:rPr lang="es-ES" sz="5400" b="1"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 y Distribución de Imágenes</a:t>
            </a:r>
            <a:endParaRPr lang="es-MX" sz="54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90C03921-FD41-47D7-9FA7-5B7E28C07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Icono Ventana acoplable llano marca logo">
            <a:extLst>
              <a:ext uri="{FF2B5EF4-FFF2-40B4-BE49-F238E27FC236}">
                <a16:creationId xmlns:a16="http://schemas.microsoft.com/office/drawing/2014/main" id="{5EBE929C-E413-42A5-868D-EF3A1F995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588" y="3369733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66972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¿Qué es un </a:t>
            </a:r>
            <a:r>
              <a:rPr lang="es-MX" sz="4000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Registry</a:t>
            </a:r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0" y="977030"/>
            <a:ext cx="10490295" cy="3191558"/>
          </a:xfrm>
        </p:spPr>
        <p:txBody>
          <a:bodyPr>
            <a:normAutofit/>
          </a:bodyPr>
          <a:lstStyle/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Un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registry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es un servidor de almacenamiento y distribución de imágenes Docker, organizado en repositorios. Permite que una imagen construida en un equipo esté disponible para ser descargada y ejecutada en cualquier otro equipo con acceso al mismo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registry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.</a:t>
            </a:r>
          </a:p>
        </p:txBody>
      </p:sp>
      <p:pic>
        <p:nvPicPr>
          <p:cNvPr id="5" name="Picture 4" descr="TecNM | Campus Milpa Alta II">
            <a:extLst>
              <a:ext uri="{FF2B5EF4-FFF2-40B4-BE49-F238E27FC236}">
                <a16:creationId xmlns:a16="http://schemas.microsoft.com/office/drawing/2014/main" id="{9FD0A4B0-4DCD-4EA1-BE98-726103FE0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08306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Docker Hub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027134"/>
            <a:ext cx="10315482" cy="32739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Es el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registry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público oficial de Docker. Ofrece repositorios públicos gratuitos y repositorios privados (con límites según el plan), además de alojar las imágenes oficiales de la mayoría de tecnologías de uso común.</a:t>
            </a: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B34B1328-76BB-4C73-ACFC-EB524D638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1046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Registros privados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99247"/>
            <a:ext cx="10315482" cy="360182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Para uso empresarial suele preferirse un registro privado, ya sea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autoalojado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(por ejemplo, mediante la imagen oficial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registry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, o herramientas como Harbor) o gestionado por un proveedor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cloud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(Amazon ECR, Google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Artifact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Registry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, GitHub Container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Registry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, Azure Container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Registry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). Esto brinda control sobre el acceso, la retención de imágenes y la integración con pipelines internos.</a:t>
            </a:r>
            <a:endParaRPr lang="es-ES" sz="3200" b="1" dirty="0">
              <a:solidFill>
                <a:schemeClr val="tx2">
                  <a:lumMod val="75000"/>
                </a:schemeClr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B34B1328-76BB-4C73-ACFC-EB524D638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474621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Flujo completo de distribución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564776"/>
            <a:ext cx="10463842" cy="4249271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s-ES" sz="3200" b="1" dirty="0">
                <a:solidFill>
                  <a:schemeClr val="tx1"/>
                </a:solidFill>
                <a:latin typeface="Google Sans"/>
              </a:rPr>
              <a:t>El flujo típico de trabajo para publicar y distribuir una imagen propia sigue esta secuencia:</a:t>
            </a:r>
          </a:p>
          <a:p>
            <a:pPr marL="0" indent="0" algn="just">
              <a:buNone/>
            </a:pPr>
            <a:endParaRPr lang="es-ES" sz="3200" b="1" dirty="0">
              <a:solidFill>
                <a:schemeClr val="tx1"/>
              </a:solidFill>
              <a:latin typeface="Google Sans"/>
            </a:endParaRPr>
          </a:p>
          <a:p>
            <a:pPr marL="0" indent="0" algn="just">
              <a:buNone/>
            </a:pPr>
            <a:r>
              <a:rPr lang="es-ES" sz="3200" b="1" dirty="0">
                <a:solidFill>
                  <a:schemeClr val="tx1"/>
                </a:solidFill>
                <a:latin typeface="Google Sans"/>
              </a:rPr>
              <a:t>1. Se escribe el </a:t>
            </a:r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Dockerfile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 con las instrucciones de construcción de la aplicación.</a:t>
            </a:r>
          </a:p>
          <a:p>
            <a:pPr marL="0" indent="0" algn="just">
              <a:buNone/>
            </a:pPr>
            <a:r>
              <a:rPr lang="es-ES" sz="3200" b="1" dirty="0">
                <a:solidFill>
                  <a:schemeClr val="tx1"/>
                </a:solidFill>
                <a:latin typeface="Google Sans"/>
              </a:rPr>
              <a:t>2. Se construye la imagen localmente con </a:t>
            </a:r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docker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 </a:t>
            </a:r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build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, asignándole un tag apropiado.</a:t>
            </a:r>
          </a:p>
          <a:p>
            <a:pPr marL="0" indent="0" algn="just">
              <a:buNone/>
            </a:pPr>
            <a:r>
              <a:rPr lang="es-ES" sz="3200" b="1" dirty="0">
                <a:solidFill>
                  <a:schemeClr val="tx1"/>
                </a:solidFill>
                <a:latin typeface="Google Sans"/>
              </a:rPr>
              <a:t>3. Se etiqueta la imagen con el formato que exige el </a:t>
            </a:r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registry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 destino (usuario/</a:t>
            </a:r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repositorio:tag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).</a:t>
            </a:r>
          </a:p>
          <a:p>
            <a:pPr marL="0" indent="0" algn="just">
              <a:buNone/>
            </a:pPr>
            <a:r>
              <a:rPr lang="es-ES" sz="3200" b="1" dirty="0">
                <a:solidFill>
                  <a:schemeClr val="tx1"/>
                </a:solidFill>
                <a:latin typeface="Google Sans"/>
              </a:rPr>
              <a:t>4. Se autentica contra el </a:t>
            </a:r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registry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 con </a:t>
            </a:r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docker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 </a:t>
            </a:r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login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.</a:t>
            </a:r>
          </a:p>
          <a:p>
            <a:pPr marL="0" indent="0" algn="just">
              <a:buNone/>
            </a:pPr>
            <a:r>
              <a:rPr lang="es-ES" sz="3200" b="1" dirty="0">
                <a:solidFill>
                  <a:schemeClr val="tx1"/>
                </a:solidFill>
                <a:latin typeface="Google Sans"/>
              </a:rPr>
              <a:t>5. Se publica la imagen con </a:t>
            </a:r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docker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 </a:t>
            </a:r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push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.</a:t>
            </a:r>
          </a:p>
          <a:p>
            <a:pPr marL="0" indent="0" algn="just">
              <a:buNone/>
            </a:pPr>
            <a:r>
              <a:rPr lang="es-ES" sz="3200" b="1" dirty="0">
                <a:solidFill>
                  <a:schemeClr val="tx1"/>
                </a:solidFill>
                <a:latin typeface="Google Sans"/>
              </a:rPr>
              <a:t>6. Desde otro equipo (o servidor), se ejecuta </a:t>
            </a:r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docker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 </a:t>
            </a:r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pull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 para descargar exactamente esa misma imagen.</a:t>
            </a:r>
          </a:p>
          <a:p>
            <a:pPr marL="0" indent="0" algn="just">
              <a:buNone/>
            </a:pPr>
            <a:r>
              <a:rPr lang="es-ES" sz="3200" b="1" dirty="0">
                <a:solidFill>
                  <a:schemeClr val="tx1"/>
                </a:solidFill>
                <a:latin typeface="Google Sans"/>
              </a:rPr>
              <a:t>7. Se instancia un contenedor a partir de la imagen descargada con </a:t>
            </a:r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docker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 run, obteniendo un comportamiento idéntico al del entorno original.</a:t>
            </a: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5E92CF3D-A75E-4923-B56D-B4B47DDFF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440586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Monitoreo</a:t>
            </a:r>
            <a:endParaRPr lang="es-MX" b="1" dirty="0">
              <a:solidFill>
                <a:schemeClr val="bg2">
                  <a:lumMod val="60000"/>
                  <a:lumOff val="40000"/>
                </a:schemeClr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FA80FB92-9C07-43F4-A33B-E3A327514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6C37CE6A-6604-48DC-A69B-3C1AC7D9A3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97290"/>
              </p:ext>
            </p:extLst>
          </p:nvPr>
        </p:nvGraphicFramePr>
        <p:xfrm>
          <a:off x="684212" y="603749"/>
          <a:ext cx="9925517" cy="4227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Document" r:id="rId4" imgW="5731988" imgH="2442328" progId="Word.Document.12">
                  <p:embed/>
                </p:oleObj>
              </mc:Choice>
              <mc:Fallback>
                <p:oleObj name="Document" r:id="rId4" imgW="5731988" imgH="24423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4212" y="603749"/>
                        <a:ext cx="9925517" cy="42274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717713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Buenas prácticas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100667"/>
            <a:ext cx="10584424" cy="3386666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Evitar ejecutar procesos como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root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dentro del contenedor: definir un usuario no privilegiado con la instrucción USER en el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Dockerfile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No incluir contraseñas ni secretos directamente en la imagen (ni en el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Dockerfile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, ni copiados como archivo): usar variables de entorno inyectadas en tiempo de ejecución.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Usar archivos .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env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para separar configuración del código, y nunca versionarlos con datos reales.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Versionar las imágenes con tags explícitos, evitando depender de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latest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en producción.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Mantener las imágenes pequeñas: menos superficie de ataque, descargas más rápidas, despliegues más ágiles.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Limpiar recursos no utilizados periódicamente para liberar espacio en disco.</a:t>
            </a:r>
          </a:p>
          <a:p>
            <a:pPr marL="0" indent="0" algn="just">
              <a:buNone/>
            </a:pPr>
            <a:endParaRPr lang="es-MX" sz="3200" dirty="0">
              <a:solidFill>
                <a:schemeClr val="tx1"/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A65AC895-D0F5-4B3E-BD9E-8A03D2A92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56444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ecto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506</TotalTime>
  <Words>414</Words>
  <Application>Microsoft Office PowerPoint</Application>
  <PresentationFormat>Panorámica</PresentationFormat>
  <Paragraphs>25</Paragraphs>
  <Slides>7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Agency FB</vt:lpstr>
      <vt:lpstr>Arial</vt:lpstr>
      <vt:lpstr>Century Gothic</vt:lpstr>
      <vt:lpstr>Google Sans</vt:lpstr>
      <vt:lpstr>Wingdings 3</vt:lpstr>
      <vt:lpstr>Sector</vt:lpstr>
      <vt:lpstr>Document</vt:lpstr>
      <vt:lpstr>Registry y Distribución de Imágenes</vt:lpstr>
      <vt:lpstr>¿Qué es un Registry?</vt:lpstr>
      <vt:lpstr>Docker Hub</vt:lpstr>
      <vt:lpstr>Registros privados</vt:lpstr>
      <vt:lpstr>Flujo completo de distribución</vt:lpstr>
      <vt:lpstr>Monitoreo</vt:lpstr>
      <vt:lpstr>Buenas prácticas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Características de Base de Datos NoSQL</dc:title>
  <dc:creator>Diego Sahashi</dc:creator>
  <cp:lastModifiedBy>Diego Sahashi</cp:lastModifiedBy>
  <cp:revision>72</cp:revision>
  <dcterms:created xsi:type="dcterms:W3CDTF">2025-01-29T05:05:03Z</dcterms:created>
  <dcterms:modified xsi:type="dcterms:W3CDTF">2026-08-24T05:14:17Z</dcterms:modified>
</cp:coreProperties>
</file>