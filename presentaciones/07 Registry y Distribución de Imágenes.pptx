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89" r:id="rId2"/>
    <p:sldId id="259" r:id="rId3"/>
    <p:sldId id="261" r:id="rId4"/>
    <p:sldId id="299" r:id="rId5"/>
    <p:sldId id="263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5" autoAdjust="0"/>
    <p:restoredTop sz="94660"/>
  </p:normalViewPr>
  <p:slideViewPr>
    <p:cSldViewPr snapToGrid="0">
      <p:cViewPr varScale="1">
        <p:scale>
          <a:sx n="71" d="100"/>
          <a:sy n="71" d="100"/>
        </p:scale>
        <p:origin x="65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8/25/2026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8D60EF-0DBA-49EB-92F6-455C4FEA4C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0964" y="1346200"/>
            <a:ext cx="8485095" cy="1855695"/>
          </a:xfrm>
        </p:spPr>
        <p:txBody>
          <a:bodyPr>
            <a:normAutofit/>
          </a:bodyPr>
          <a:lstStyle/>
          <a:p>
            <a:r>
              <a:rPr lang="es-ES" sz="5400" b="1" dirty="0" err="1">
                <a:solidFill>
                  <a:schemeClr val="tx2">
                    <a:lumMod val="50000"/>
                  </a:schemeClr>
                </a:solidFill>
                <a:latin typeface="Agency FB" panose="020B0503020202020204" pitchFamily="34" charset="0"/>
              </a:rPr>
              <a:t>Registry</a:t>
            </a:r>
            <a:r>
              <a:rPr lang="es-ES" sz="5400" b="1" dirty="0">
                <a:solidFill>
                  <a:schemeClr val="tx2">
                    <a:lumMod val="50000"/>
                  </a:schemeClr>
                </a:solidFill>
                <a:latin typeface="Agency FB" panose="020B0503020202020204" pitchFamily="34" charset="0"/>
              </a:rPr>
              <a:t> y Distribución de Imágenes</a:t>
            </a:r>
            <a:endParaRPr lang="es-MX" sz="54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4" name="Picture 4" descr="TecNM | Campus Milpa Alta II">
            <a:extLst>
              <a:ext uri="{FF2B5EF4-FFF2-40B4-BE49-F238E27FC236}">
                <a16:creationId xmlns:a16="http://schemas.microsoft.com/office/drawing/2014/main" id="{90C03921-FD41-47D7-9FA7-5B7E28C07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053" y="5808133"/>
            <a:ext cx="954517" cy="91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 descr="Icono Ventana acoplable llano marca logo">
            <a:extLst>
              <a:ext uri="{FF2B5EF4-FFF2-40B4-BE49-F238E27FC236}">
                <a16:creationId xmlns:a16="http://schemas.microsoft.com/office/drawing/2014/main" id="{5EBE929C-E413-42A5-868D-EF3A1F995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3588" y="3369733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066972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E3E240-F19C-4A5F-969E-64411693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40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¿Qué es un </a:t>
            </a:r>
            <a:r>
              <a:rPr lang="es-MX" sz="4000" b="1" dirty="0" err="1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Registry</a:t>
            </a:r>
            <a:r>
              <a:rPr lang="es-MX" sz="40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103B8D-7E4E-4450-905B-D7C00724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0" y="977030"/>
            <a:ext cx="10490295" cy="3191558"/>
          </a:xfrm>
        </p:spPr>
        <p:txBody>
          <a:bodyPr>
            <a:normAutofit/>
          </a:bodyPr>
          <a:lstStyle/>
          <a:p>
            <a:pPr algn="just"/>
            <a:r>
              <a:rPr lang="es-ES" sz="3200" dirty="0">
                <a:solidFill>
                  <a:schemeClr val="tx1"/>
                </a:solidFill>
                <a:latin typeface="Google Sans"/>
              </a:rPr>
              <a:t>Un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 es un servidor de almacenamiento y distribución de imágenes Docker, organizado en repositorios. Permite que una imagen construida en un equipo esté disponible para ser descargada y ejecutada en cualquier otro equipo con acceso al mismo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.</a:t>
            </a:r>
          </a:p>
        </p:txBody>
      </p:sp>
      <p:pic>
        <p:nvPicPr>
          <p:cNvPr id="5" name="Picture 4" descr="TecNM | Campus Milpa Alta II">
            <a:extLst>
              <a:ext uri="{FF2B5EF4-FFF2-40B4-BE49-F238E27FC236}">
                <a16:creationId xmlns:a16="http://schemas.microsoft.com/office/drawing/2014/main" id="{9FD0A4B0-4DCD-4EA1-BE98-726103FE0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053" y="5808133"/>
            <a:ext cx="954517" cy="91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608306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E3E240-F19C-4A5F-969E-64411693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b="1" dirty="0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Docker Hub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103B8D-7E4E-4450-905B-D7C00724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027134"/>
            <a:ext cx="10315482" cy="327393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" sz="3200" dirty="0">
                <a:solidFill>
                  <a:schemeClr val="tx1"/>
                </a:solidFill>
                <a:latin typeface="Google Sans"/>
              </a:rPr>
              <a:t>Es el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 público oficial de Docker. Ofrece repositorios públicos gratuitos y repositorios privados (con límites según el plan), además de alojar las imágenes oficiales de la mayoría de tecnologías de uso común.</a:t>
            </a:r>
          </a:p>
        </p:txBody>
      </p:sp>
      <p:pic>
        <p:nvPicPr>
          <p:cNvPr id="4" name="Picture 4" descr="TecNM | Campus Milpa Alta II">
            <a:extLst>
              <a:ext uri="{FF2B5EF4-FFF2-40B4-BE49-F238E27FC236}">
                <a16:creationId xmlns:a16="http://schemas.microsoft.com/office/drawing/2014/main" id="{B34B1328-76BB-4C73-ACFC-EB524D638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053" y="5808133"/>
            <a:ext cx="954517" cy="91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1046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E3E240-F19C-4A5F-969E-64411693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40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Registros privados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103B8D-7E4E-4450-905B-D7C00724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99247"/>
            <a:ext cx="10315482" cy="360182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" sz="3200" dirty="0">
                <a:solidFill>
                  <a:schemeClr val="tx1"/>
                </a:solidFill>
                <a:latin typeface="Google Sans"/>
              </a:rPr>
              <a:t>Para uso empresarial suele preferirse un registro privado, ya sea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autoalojado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 (por ejemplo, mediante la imagen oficial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, o herramientas como Harbor) o gestionado por un proveedor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cloud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 (Amazon ECR, Google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Artifact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, GitHub Container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, Azure Container </a:t>
            </a:r>
            <a:r>
              <a:rPr lang="es-ES" sz="3200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dirty="0">
                <a:solidFill>
                  <a:schemeClr val="tx1"/>
                </a:solidFill>
                <a:latin typeface="Google Sans"/>
              </a:rPr>
              <a:t>). Esto brinda control sobre el acceso, la retención de imágenes y la integración con pipelines internos.</a:t>
            </a:r>
            <a:endParaRPr lang="es-ES" sz="3200" b="1" dirty="0">
              <a:solidFill>
                <a:schemeClr val="tx2">
                  <a:lumMod val="75000"/>
                </a:schemeClr>
              </a:solidFill>
              <a:latin typeface="Google Sans"/>
            </a:endParaRPr>
          </a:p>
        </p:txBody>
      </p:sp>
      <p:pic>
        <p:nvPicPr>
          <p:cNvPr id="4" name="Picture 4" descr="TecNM | Campus Milpa Alta II">
            <a:extLst>
              <a:ext uri="{FF2B5EF4-FFF2-40B4-BE49-F238E27FC236}">
                <a16:creationId xmlns:a16="http://schemas.microsoft.com/office/drawing/2014/main" id="{B34B1328-76BB-4C73-ACFC-EB524D638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053" y="5808133"/>
            <a:ext cx="954517" cy="91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4746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E3E240-F19C-4A5F-969E-64411693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40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Google Sans"/>
              </a:rPr>
              <a:t>Flujo completo de distribución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103B8D-7E4E-4450-905B-D7C00724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1" y="564776"/>
            <a:ext cx="10463842" cy="4249271"/>
          </a:xfrm>
        </p:spPr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El flujo típico de trabajo para publicar y distribuir una imagen propia sigue esta secuencia:</a:t>
            </a:r>
          </a:p>
          <a:p>
            <a:pPr marL="0" indent="0" algn="just">
              <a:buNone/>
            </a:pPr>
            <a:endParaRPr lang="es-ES" sz="3200" b="1" dirty="0">
              <a:solidFill>
                <a:schemeClr val="tx1"/>
              </a:solidFill>
              <a:latin typeface="Google Sans"/>
            </a:endParaRP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1. Se escribe el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Dockerfile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con las instrucciones de construcción de la aplicación.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2. Se construye la imagen localmente con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build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, asignándole un tag apropiado.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3. Se etiqueta la imagen con el formato que exige el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destino (usuario/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repositorio:tag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).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4. Se autentica contra el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registry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con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login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5. Se publica la imagen con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push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6. Desde otro equipo (o servidor), se ejecuta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pull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para descargar exactamente esa misma imagen.</a:t>
            </a:r>
          </a:p>
          <a:p>
            <a:pPr marL="0" indent="0" algn="just">
              <a:buNone/>
            </a:pPr>
            <a:r>
              <a:rPr lang="es-ES" sz="3200" b="1" dirty="0">
                <a:solidFill>
                  <a:schemeClr val="tx1"/>
                </a:solidFill>
                <a:latin typeface="Google Sans"/>
              </a:rPr>
              <a:t>7. Se instancia un contenedor a partir de la imagen descargada con </a:t>
            </a:r>
            <a:r>
              <a:rPr lang="es-ES" sz="3200" b="1" dirty="0" err="1">
                <a:solidFill>
                  <a:schemeClr val="tx1"/>
                </a:solidFill>
                <a:latin typeface="Google Sans"/>
              </a:rPr>
              <a:t>docker</a:t>
            </a:r>
            <a:r>
              <a:rPr lang="es-ES" sz="3200" b="1" dirty="0">
                <a:solidFill>
                  <a:schemeClr val="tx1"/>
                </a:solidFill>
                <a:latin typeface="Google Sans"/>
              </a:rPr>
              <a:t> run, obteniendo un comportamiento idéntico al del entorno original.</a:t>
            </a:r>
          </a:p>
        </p:txBody>
      </p:sp>
      <p:pic>
        <p:nvPicPr>
          <p:cNvPr id="4" name="Picture 4" descr="TecNM | Campus Milpa Alta II">
            <a:extLst>
              <a:ext uri="{FF2B5EF4-FFF2-40B4-BE49-F238E27FC236}">
                <a16:creationId xmlns:a16="http://schemas.microsoft.com/office/drawing/2014/main" id="{5E92CF3D-A75E-4923-B56D-B4B47DDF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053" y="5808133"/>
            <a:ext cx="954517" cy="910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440586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Sector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509</TotalTime>
  <Words>299</Words>
  <Application>Microsoft Office PowerPoint</Application>
  <PresentationFormat>Panorámica</PresentationFormat>
  <Paragraphs>17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Agency FB</vt:lpstr>
      <vt:lpstr>Century Gothic</vt:lpstr>
      <vt:lpstr>Google Sans</vt:lpstr>
      <vt:lpstr>Wingdings 3</vt:lpstr>
      <vt:lpstr>Sector</vt:lpstr>
      <vt:lpstr>Registry y Distribución de Imágenes</vt:lpstr>
      <vt:lpstr>¿Qué es un Registry?</vt:lpstr>
      <vt:lpstr>Docker Hub</vt:lpstr>
      <vt:lpstr>Registros privados</vt:lpstr>
      <vt:lpstr>Flujo completo de distribución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Características de Base de Datos NoSQL</dc:title>
  <dc:creator>Diego Sahashi</dc:creator>
  <cp:lastModifiedBy>Diego Sahashi</cp:lastModifiedBy>
  <cp:revision>73</cp:revision>
  <dcterms:created xsi:type="dcterms:W3CDTF">2025-01-29T05:05:03Z</dcterms:created>
  <dcterms:modified xsi:type="dcterms:W3CDTF">2026-08-25T16:14:04Z</dcterms:modified>
</cp:coreProperties>
</file>