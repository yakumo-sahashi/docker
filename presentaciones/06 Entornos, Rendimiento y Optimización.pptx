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9" r:id="rId2"/>
    <p:sldId id="259" r:id="rId3"/>
    <p:sldId id="261" r:id="rId4"/>
    <p:sldId id="299" r:id="rId5"/>
    <p:sldId id="263" r:id="rId6"/>
    <p:sldId id="291" r:id="rId7"/>
    <p:sldId id="29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.doc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1.doc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964" y="1346200"/>
            <a:ext cx="8485095" cy="1855695"/>
          </a:xfrm>
        </p:spPr>
        <p:txBody>
          <a:bodyPr>
            <a:normAutofit/>
          </a:bodyPr>
          <a:lstStyle/>
          <a:p>
            <a:r>
              <a:rPr lang="es-ES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Entornos, Rendimiento y Optimización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90C03921-FD41-47D7-9FA7-5B7E28C07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cono Ventana acoplable">
            <a:extLst>
              <a:ext uri="{FF2B5EF4-FFF2-40B4-BE49-F238E27FC236}">
                <a16:creationId xmlns:a16="http://schemas.microsoft.com/office/drawing/2014/main" id="{4B1255D0-59A0-4FD9-A8E8-F8DE8C0C5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9961" r="90430">
                        <a14:foregroundMark x1="24414" y1="45313" x2="24414" y2="45313"/>
                        <a14:foregroundMark x1="34961" y1="44922" x2="34961" y2="44922"/>
                        <a14:foregroundMark x1="42383" y1="44922" x2="42383" y2="44922"/>
                        <a14:foregroundMark x1="53320" y1="44336" x2="53320" y2="44336"/>
                        <a14:foregroundMark x1="60938" y1="44336" x2="60938" y2="44336"/>
                        <a14:foregroundMark x1="53906" y1="36328" x2="53906" y2="36328"/>
                        <a14:foregroundMark x1="53906" y1="27344" x2="53906" y2="27344"/>
                        <a14:foregroundMark x1="41016" y1="37891" x2="41016" y2="37891"/>
                        <a14:foregroundMark x1="32031" y1="36914" x2="32031" y2="36914"/>
                        <a14:foregroundMark x1="89258" y1="45898" x2="89258" y2="45898"/>
                        <a14:foregroundMark x1="90430" y1="45898" x2="90430" y2="45898"/>
                        <a14:foregroundMark x1="88867" y1="45898" x2="88867" y2="45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011" y="2838824"/>
            <a:ext cx="3581400" cy="35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697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Entorno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0" y="977030"/>
            <a:ext cx="10490295" cy="319155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Bind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mounts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: 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montar el código fuente local dentro del contenedor para reflejar cambios sin reconstruir la imagen.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Hot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reload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: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frameworks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como Laravel, Vite 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Nodemon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detectan cambios en archivos montados y recargan automáticamente el proceso, agilizando el ciclo de desarrollo.</a:t>
            </a:r>
          </a:p>
          <a:p>
            <a:pPr algn="just"/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Debug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: 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exponer puertos adicionales para depuradores remotos (por ejemplo,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Xdebug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PHP) y mantener logs verbosos habilitados.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Logs: 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en desarrollo conviene mantener los logs visibles en la salida estándar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logs -f) para retroalimentación inmediata.</a:t>
            </a:r>
          </a:p>
        </p:txBody>
      </p:sp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9FD0A4B0-4DCD-4EA1-BE98-726103FE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0830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Entorno de producción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27134"/>
            <a:ext cx="10315482" cy="327393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Imágenes optimizadas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construidas con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multi-stage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sin herramientas de desarrollo ni archivos innecesarios.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Dependencias mínimas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solo lo estrictamente necesario para ejecutar la aplicación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composer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install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--no-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dev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por ejemplo).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Variables de entorno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gestionadas mediante mecanismos seguros del orquestador o del proveedor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cloud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nunca escritas dentro de la imagen.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Seguridad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imágenes actualizadas, usuario no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root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superficie de ataque reducida.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Persistencia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volúmenes gestionados con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backups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y políticas de retención definidas, no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bind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mounts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ad-hoc.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B34B1328-76BB-4C73-ACFC-EB524D63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046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Gestión de 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99247"/>
            <a:ext cx="10315482" cy="36018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Docker permite limitar los recursos que cada contenedor puede consumir, evitando que uno solo agote los recursos del host:</a:t>
            </a:r>
          </a:p>
          <a:p>
            <a:pPr marL="0" indent="0" algn="just">
              <a:buNone/>
            </a:pPr>
            <a:endParaRPr lang="es-ES" sz="32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B34B1328-76BB-4C73-ACFC-EB524D63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D4D25101-28ED-46E1-8A98-0F7066817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733815"/>
              </p:ext>
            </p:extLst>
          </p:nvPr>
        </p:nvGraphicFramePr>
        <p:xfrm>
          <a:off x="684212" y="3119964"/>
          <a:ext cx="10033094" cy="17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Document" r:id="rId4" imgW="5731988" imgH="988235" progId="Word.Document.12">
                  <p:embed/>
                </p:oleObj>
              </mc:Choice>
              <mc:Fallback>
                <p:oleObj name="Document" r:id="rId4" imgW="5731988" imgH="988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2" y="3119964"/>
                        <a:ext cx="10033094" cy="1730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47462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Gestión de 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194459" cy="3950446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CPU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--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cpus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limita el número de núcleos (o fracción) que puede usar el contenedor.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RAM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--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memory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limita la memoria máxima; al superarla,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puede terminar el proceso (OOM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killer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Disco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tamaño de las imágenes y volúmenes debe monitorearse; volúmenes sin límite pueden llenar el disco del host.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Redes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tráfico entre contenedores en la misma red bridge no atraviesa la interfaz física, lo que reduce latencia; sí debe vigilarse el tráfico publicado hacia el exterior.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Logs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si no se rota el driver de logs, los archivos de log de contenedores de larga duración pueden crecer indefinidamente y llenar el disco.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5E92CF3D-A75E-4923-B56D-B4B47DDF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4058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Monitoreo</a:t>
            </a:r>
            <a:endParaRPr lang="es-MX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A80FB92-9C07-43F4-A33B-E3A327514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6C37CE6A-6604-48DC-A69B-3C1AC7D9A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97290"/>
              </p:ext>
            </p:extLst>
          </p:nvPr>
        </p:nvGraphicFramePr>
        <p:xfrm>
          <a:off x="684212" y="603749"/>
          <a:ext cx="9925517" cy="422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Document" r:id="rId4" imgW="5731988" imgH="2442328" progId="Word.Document.12">
                  <p:embed/>
                </p:oleObj>
              </mc:Choice>
              <mc:Fallback>
                <p:oleObj name="Document" r:id="rId4" imgW="5731988" imgH="24423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2" y="603749"/>
                        <a:ext cx="9925517" cy="4227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717713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Buenas prácticas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100667"/>
            <a:ext cx="10584424" cy="338666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Evitar ejecutar procesos como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root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dentro del contenedor: definir un usuario no privilegiado con la instrucción USER en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No incluir contraseñas ni secretos directamente en la imagen (ni en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ni copiados como archivo): usar variables de entorno inyectadas en tiempo de ejecución.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Usar archivos 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env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para separar configuración del código, y nunca versionarlos con datos reales.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Versionar las imágenes con tags explícitos, evitando depender de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latest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producción.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Mantener las imágenes pequeñas: menos superficie de ataque, descargas más rápidas, despliegues más ágiles.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Limpiar recursos no utilizados periódicamente para liberar espacio en disco.</a:t>
            </a:r>
          </a:p>
          <a:p>
            <a:pPr marL="0" indent="0" algn="just">
              <a:buNone/>
            </a:pP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A65AC895-D0F5-4B3E-BD9E-8A03D2A92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5644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503</TotalTime>
  <Words>456</Words>
  <Application>Microsoft Office PowerPoint</Application>
  <PresentationFormat>Panorámica</PresentationFormat>
  <Paragraphs>28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Agency FB</vt:lpstr>
      <vt:lpstr>Arial</vt:lpstr>
      <vt:lpstr>Century Gothic</vt:lpstr>
      <vt:lpstr>Google Sans</vt:lpstr>
      <vt:lpstr>Wingdings 3</vt:lpstr>
      <vt:lpstr>Sector</vt:lpstr>
      <vt:lpstr>Documento de Microsoft Word</vt:lpstr>
      <vt:lpstr>Entornos, Rendimiento y Optimización</vt:lpstr>
      <vt:lpstr>Entorno de desarrollo</vt:lpstr>
      <vt:lpstr>Entorno de producción</vt:lpstr>
      <vt:lpstr>Gestión de recursos</vt:lpstr>
      <vt:lpstr>Gestión de recursos</vt:lpstr>
      <vt:lpstr>Monitoreo</vt:lpstr>
      <vt:lpstr>Buenas prácticas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Características de Base de Datos NoSQL</dc:title>
  <dc:creator>Diego Sahashi</dc:creator>
  <cp:lastModifiedBy>Diego Sahashi</cp:lastModifiedBy>
  <cp:revision>70</cp:revision>
  <dcterms:created xsi:type="dcterms:W3CDTF">2025-01-29T05:05:03Z</dcterms:created>
  <dcterms:modified xsi:type="dcterms:W3CDTF">2026-08-24T03:17:31Z</dcterms:modified>
</cp:coreProperties>
</file>